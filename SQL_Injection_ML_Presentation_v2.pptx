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4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040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B838E7-50B3-2FAA-EDFE-16B8BD307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0" y="0"/>
            <a:ext cx="910003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051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89520" y="2743200"/>
            <a:ext cx="2560320" cy="2560320"/>
          </a:xfrm>
          <a:prstGeom prst="ellipse">
            <a:avLst/>
          </a:prstGeom>
          <a:solidFill>
            <a:srgbClr val="00BCD4">
              <a:alpha val="25000"/>
            </a:srgbClr>
          </a:solidFill>
          <a:ln w="12700">
            <a:solidFill>
              <a:srgbClr val="00BCD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3657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11480" y="1188720"/>
            <a:ext cx="54864" cy="3200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4360" y="1325880"/>
            <a:ext cx="813816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13258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SQL Injection is a major cyber threat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94360" y="2331720"/>
            <a:ext cx="813816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 Attackers can access or destroy data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94360" y="3337560"/>
            <a:ext cx="8138160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33375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Machine Learning helps detect attacks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234440"/>
            <a:ext cx="265176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1463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75488" y="2286000"/>
            <a:ext cx="243230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SQL queries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0400" y="1234440"/>
            <a:ext cx="2651760" cy="34747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0" y="1463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3310128" y="2286000"/>
            <a:ext cx="243230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Normal Query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35040" y="1234440"/>
            <a:ext cx="2651760" cy="347472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35040" y="1463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🚨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144768" y="2286000"/>
            <a:ext cx="243230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1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SQL Injection Attack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30,921 SQL Queries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65760" y="2423160"/>
            <a:ext cx="4114800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02920" y="33832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+ Malicious samples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0" y="2423160"/>
            <a:ext cx="4114800" cy="22860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5488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4892040" y="33832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attack patterns included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28600" y="1188720"/>
            <a:ext cx="4160520" cy="173736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1353312"/>
            <a:ext cx="530352" cy="5303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13533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1389888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Data Cleaning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4160520" cy="173736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46320" y="1353312"/>
            <a:ext cx="530352" cy="530352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13533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0" y="1389888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TF-IDF Vectorization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28600" y="3154680"/>
            <a:ext cx="416052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65760" y="3319272"/>
            <a:ext cx="530352" cy="53035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" y="3319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3355848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Train/Test Split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709160" y="3154680"/>
            <a:ext cx="4160520" cy="1737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846320" y="3319272"/>
            <a:ext cx="530352" cy="530352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46320" y="3319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0" y="3355848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 Training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18872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188720"/>
            <a:ext cx="402336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121615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Multinomial Naive Bayes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800600" y="118872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00600" y="1188720"/>
            <a:ext cx="402336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92040" y="121615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Random Forest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18288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20040" y="4407408"/>
            <a:ext cx="8503920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442569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Performance Comparison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24528" y="2651760"/>
            <a:ext cx="694944" cy="69494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24528" y="2651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560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051560"/>
            <a:ext cx="4114800" cy="3566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1051560"/>
            <a:ext cx="4114800" cy="4572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0789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Naive Bayes Accuracy: 95.42%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166420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64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3749040" cy="201168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3584448" cy="2011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3200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Naive Bayes selected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1051560"/>
            <a:ext cx="4114800" cy="3566160"/>
          </a:xfrm>
          <a:prstGeom prst="rect">
            <a:avLst/>
          </a:prstGeom>
          <a:solidFill>
            <a:srgbClr val="0A2540"/>
          </a:solidFill>
          <a:ln w="12700">
            <a:solidFill>
              <a:srgbClr val="546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63440" y="1051560"/>
            <a:ext cx="4114800" cy="45720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54880" y="10789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Random Forest Accuracy: 80.99%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754880" y="166420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80.99%</a:t>
            </a:r>
            <a:endParaRPr lang="en-US" sz="6400" dirty="0"/>
          </a:p>
        </p:txBody>
      </p:sp>
      <p:sp>
        <p:nvSpPr>
          <p:cNvPr id="17" name="Shape 14"/>
          <p:cNvSpPr/>
          <p:nvPr/>
        </p:nvSpPr>
        <p:spPr>
          <a:xfrm>
            <a:off x="4846320" y="2834640"/>
            <a:ext cx="3749040" cy="201168"/>
          </a:xfrm>
          <a:prstGeom prst="rect">
            <a:avLst/>
          </a:prstGeom>
          <a:solidFill>
            <a:srgbClr val="1A3A5A"/>
          </a:solidFill>
          <a:ln w="12700">
            <a:solidFill>
              <a:srgbClr val="1A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846320" y="2834640"/>
            <a:ext cx="3044952" cy="20116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54880" y="3200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Selected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011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513018" y="1179178"/>
            <a:ext cx="2651760" cy="35204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566160" y="1463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✅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675888" y="2359947"/>
            <a:ext cx="24323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normal query detection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154680" y="1463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264408" y="2377440"/>
            <a:ext cx="24323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13387" y="1188720"/>
            <a:ext cx="2651760" cy="35204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23115" y="1463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🛡️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687707" y="2377440"/>
            <a:ext cx="24323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false positives</a:t>
            </a: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02CC3BC-7F96-1ECC-7B95-9949AB5CB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32" y="1233983"/>
            <a:ext cx="3360400" cy="34656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926080"/>
            <a:ext cx="2743200" cy="2743200"/>
          </a:xfrm>
          <a:prstGeom prst="ellipse">
            <a:avLst/>
          </a:prstGeom>
          <a:solidFill>
            <a:srgbClr val="1565C0">
              <a:alpha val="22000"/>
            </a:srgbClr>
          </a:solidFill>
          <a:ln w="12700">
            <a:solidFill>
              <a:srgbClr val="1565C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560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234440" y="114300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242316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234440" y="242316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2920" y="37033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234440" y="370332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6979141-DF6E-EF2A-6B59-90E552288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919966"/>
            <a:ext cx="5837638" cy="25090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3CDF79-57CB-69F9-5CE5-704B9E9310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7018" y="2407189"/>
            <a:ext cx="5314122" cy="22742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200400" cy="3200400"/>
          </a:xfrm>
          <a:prstGeom prst="ellipse">
            <a:avLst/>
          </a:prstGeom>
          <a:solidFill>
            <a:srgbClr val="00BCD4">
              <a:alpha val="18000"/>
            </a:srgbClr>
          </a:solidFill>
          <a:ln w="12700">
            <a:solidFill>
              <a:srgbClr val="00BCD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1565C0">
              <a:alpha val="22000"/>
            </a:srgbClr>
          </a:solidFill>
          <a:ln w="12700">
            <a:solidFill>
              <a:srgbClr val="1565C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560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8412480" cy="804672"/>
          </a:xfrm>
          <a:prstGeom prst="rect">
            <a:avLst/>
          </a:prstGeom>
          <a:solidFill>
            <a:srgbClr val="0A2540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1143000"/>
            <a:ext cx="64008" cy="8046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14300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188720" y="1143000"/>
            <a:ext cx="7406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successfully detects SQL injection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65760" y="2103120"/>
            <a:ext cx="8412480" cy="80467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5760" y="2103120"/>
            <a:ext cx="64008" cy="8046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210312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188720" y="2103120"/>
            <a:ext cx="7406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Naive Bayes performed best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365760" y="3063240"/>
            <a:ext cx="8412480" cy="804672"/>
          </a:xfrm>
          <a:prstGeom prst="rect">
            <a:avLst/>
          </a:prstGeom>
          <a:solidFill>
            <a:srgbClr val="0A25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65760" y="3063240"/>
            <a:ext cx="64008" cy="8046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2920" y="306324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1188720" y="3063240"/>
            <a:ext cx="7406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Deep Learning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57200" y="4133088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157</Words>
  <Application>Microsoft Office PowerPoint</Application>
  <PresentationFormat>On-screen Show (16:9)</PresentationFormat>
  <Paragraphs>62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Moamen Ahmed</cp:lastModifiedBy>
  <cp:revision>2</cp:revision>
  <dcterms:created xsi:type="dcterms:W3CDTF">2026-05-06T23:07:02Z</dcterms:created>
  <dcterms:modified xsi:type="dcterms:W3CDTF">2026-05-06T23:35:17Z</dcterms:modified>
</cp:coreProperties>
</file>